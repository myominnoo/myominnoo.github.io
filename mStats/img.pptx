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87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3F7338-84A5-4E50-8513-92073F9EEC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E0721A-598D-4EBD-BFAB-66A88D4061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5A598F-C221-46E6-8FAA-88A2F8C4A7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20806-5FC9-44AB-9074-291BE654BC3F}" type="datetimeFigureOut">
              <a:rPr lang="en-US" smtClean="0"/>
              <a:t>9/4/2020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9C170D-70C3-43F7-A605-89EEA314F2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050080-9F4B-444B-8080-ADABAEFC6F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4F7C76-AD87-46A9-8E02-3766F26A73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53149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ADC0D7-002B-4040-84D5-BF3DDA139C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7C6DB2-108C-407E-BA5A-3739CF1923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7C6A96-C4E6-4800-8FCB-470CEB0FC5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20806-5FC9-44AB-9074-291BE654BC3F}" type="datetimeFigureOut">
              <a:rPr lang="en-US" smtClean="0"/>
              <a:t>9/4/2020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33F8BA-C8F4-4B0C-9114-246F1D9047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E16F6E-7350-4BF8-8247-379B59F151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4F7C76-AD87-46A9-8E02-3766F26A73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62062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966BB4-8476-4FB5-B504-07D020D55B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5D5C9E-E937-450C-A60B-1B69586A83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14FE6B-C22D-4B06-A38D-EE0616D41C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20806-5FC9-44AB-9074-291BE654BC3F}" type="datetimeFigureOut">
              <a:rPr lang="en-US" smtClean="0"/>
              <a:t>9/4/2020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803108-821C-47D1-A798-FA7E11AAA8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88DD19-D81C-481A-86AD-ADB634E8B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4F7C76-AD87-46A9-8E02-3766F26A73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85318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C4B843-B187-4762-A0D9-6A9BF51DDF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65B14E-21BA-42A5-B63E-FB1097D8AC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23902B-4C08-4641-9AEF-2C17B8D662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371D25-6202-4F37-A0F9-932F881A0B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20806-5FC9-44AB-9074-291BE654BC3F}" type="datetimeFigureOut">
              <a:rPr lang="en-US" smtClean="0"/>
              <a:t>9/4/2020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5146A0-EAF9-483C-8FA2-7702969106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FCDEE1-26AE-41D3-81C1-742ED9FCE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4F7C76-AD87-46A9-8E02-3766F26A73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0925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C9021-DBA4-4CB7-B867-E53155D61A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1826D7-3E08-4D6F-AAC2-C8C434D762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782660-5A8E-4A7B-A695-8B0D12EE08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9943936-8ED9-4ACE-A073-44344A76BD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A3F86E0-02D4-4C0D-B7F1-A5F467055C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C7C29D9-AC5B-41BE-AC2A-CE4FA6FAFE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20806-5FC9-44AB-9074-291BE654BC3F}" type="datetimeFigureOut">
              <a:rPr lang="en-US" smtClean="0"/>
              <a:t>9/4/2020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CF1A048-2916-4238-AA93-458AF65002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77DECF4-9BCF-4CBB-A80F-9582C865A9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4F7C76-AD87-46A9-8E02-3766F26A73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3896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5CE501-7399-4E9A-8182-A0449BE40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5669D03-2F59-4915-B4A6-E458B7A2BC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20806-5FC9-44AB-9074-291BE654BC3F}" type="datetimeFigureOut">
              <a:rPr lang="en-US" smtClean="0"/>
              <a:t>9/4/2020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6E442A-F325-42EC-A191-8527DE0402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3B398B-07AE-48B3-963B-2C3F95493B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4F7C76-AD87-46A9-8E02-3766F26A73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12690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BF7180F-503C-401D-BAC4-E6A3578040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20806-5FC9-44AB-9074-291BE654BC3F}" type="datetimeFigureOut">
              <a:rPr lang="en-US" smtClean="0"/>
              <a:t>9/4/2020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F53FB07-DC26-4862-B778-5994318D94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D97083-8B81-413C-A28C-1DACFFEF67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4F7C76-AD87-46A9-8E02-3766F26A73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3288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E22D96-7DF7-4D62-9148-E48878CF1D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4DB63F-456F-4B0D-95DA-06F151F480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B463E6-970A-4360-8546-99AEB1C570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7105CB-B4B6-4F96-B752-52D309F457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20806-5FC9-44AB-9074-291BE654BC3F}" type="datetimeFigureOut">
              <a:rPr lang="en-US" smtClean="0"/>
              <a:t>9/4/2020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3EC1E6-2ED5-498E-996F-15D2D4EC95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88DB91-6B72-4547-AE71-529E0AECDE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4F7C76-AD87-46A9-8E02-3766F26A73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14579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B1D1E9-ED9A-4D03-848D-6DB7490A50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95D3370-096E-4545-9305-8DD49F7BB5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DC8B6D-2654-46A6-B7B2-59AAF80D10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8C348C-FBC6-4E8F-B947-30FA9FE767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20806-5FC9-44AB-9074-291BE654BC3F}" type="datetimeFigureOut">
              <a:rPr lang="en-US" smtClean="0"/>
              <a:t>9/4/2020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24F553-1F3D-4788-AFDB-AB4EA5D570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97AC98-DC68-4D7C-84FA-13F2E584DE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4F7C76-AD87-46A9-8E02-3766F26A73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68332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CB8091-E8C2-4F26-B8C1-FED79F0EF1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785843-721B-4070-A93A-878268E8BB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1C63DC-5FB8-4D66-9BE7-9D56DB433F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20806-5FC9-44AB-9074-291BE654BC3F}" type="datetimeFigureOut">
              <a:rPr lang="en-US" smtClean="0"/>
              <a:t>9/4/2020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0592CC-16DB-46C1-94A1-703779BF2B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BD6D43-DE0F-4321-BA3E-6AFE16CE13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4F7C76-AD87-46A9-8E02-3766F26A73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0455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095458E-1C06-4CA2-B674-E885479EA13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265B93-B5C4-44E8-9896-6B6BCF61C8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A9D5B6-FAD7-41F4-87F5-D430F06C38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20806-5FC9-44AB-9074-291BE654BC3F}" type="datetimeFigureOut">
              <a:rPr lang="en-US" smtClean="0"/>
              <a:t>9/4/2020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3B7C79-C11E-4765-9F74-22EE805432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EF08E4-E7CE-4B31-8BB0-444B16792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4F7C76-AD87-46A9-8E02-3766F26A73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9525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F15BED0-482D-4E2E-ACB3-B4876D5070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6C5A60-D050-483B-9D77-E23FFD6CC3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67B1DE-0FC7-442C-B262-7AB8725582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420806-5FC9-44AB-9074-291BE654BC3F}" type="datetimeFigureOut">
              <a:rPr lang="en-US" smtClean="0"/>
              <a:t>9/4/2020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67D386-F350-4780-88FA-4B0B63117D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9F30F2-0A96-496C-8A2B-8A5DF42F1F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4F7C76-AD87-46A9-8E02-3766F26A73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39069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EEC7FDF0-9844-4DDB-B308-AC6BEF2D3C41}"/>
              </a:ext>
            </a:extLst>
          </p:cNvPr>
          <p:cNvGrpSpPr/>
          <p:nvPr/>
        </p:nvGrpSpPr>
        <p:grpSpPr>
          <a:xfrm>
            <a:off x="348567" y="0"/>
            <a:ext cx="11461996" cy="6624149"/>
            <a:chOff x="348567" y="0"/>
            <a:chExt cx="11461996" cy="6624149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372368DD-C88C-465C-9C73-04DFD7F04E8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81437" y="0"/>
              <a:ext cx="11429126" cy="6624149"/>
            </a:xfrm>
            <a:prstGeom prst="rect">
              <a:avLst/>
            </a:prstGeom>
          </p:spPr>
        </p:pic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B063EBF4-3FFA-4B25-9FDC-909793E05EF8}"/>
                </a:ext>
              </a:extLst>
            </p:cNvPr>
            <p:cNvSpPr/>
            <p:nvPr/>
          </p:nvSpPr>
          <p:spPr>
            <a:xfrm>
              <a:off x="494675" y="1064302"/>
              <a:ext cx="3957404" cy="2653259"/>
            </a:xfrm>
            <a:prstGeom prst="roundRect">
              <a:avLst>
                <a:gd name="adj" fmla="val 7627"/>
              </a:avLst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0EAF6F6B-D1FD-429A-90EC-939BC1ADF0C5}"/>
                </a:ext>
              </a:extLst>
            </p:cNvPr>
            <p:cNvSpPr/>
            <p:nvPr/>
          </p:nvSpPr>
          <p:spPr>
            <a:xfrm>
              <a:off x="5231567" y="1049313"/>
              <a:ext cx="6465758" cy="2053652"/>
            </a:xfrm>
            <a:prstGeom prst="roundRect">
              <a:avLst>
                <a:gd name="adj" fmla="val 7627"/>
              </a:avLst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B9276FAD-40D6-45AB-B666-A1AE7005714B}"/>
                </a:ext>
              </a:extLst>
            </p:cNvPr>
            <p:cNvSpPr/>
            <p:nvPr/>
          </p:nvSpPr>
          <p:spPr>
            <a:xfrm>
              <a:off x="494675" y="3836731"/>
              <a:ext cx="11202650" cy="1664659"/>
            </a:xfrm>
            <a:prstGeom prst="roundRect">
              <a:avLst>
                <a:gd name="adj" fmla="val 7627"/>
              </a:avLst>
            </a:prstGeom>
            <a:noFill/>
            <a:ln w="3810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C191285E-D3EF-43E6-98E2-CB644F136AF8}"/>
                </a:ext>
              </a:extLst>
            </p:cNvPr>
            <p:cNvSpPr/>
            <p:nvPr/>
          </p:nvSpPr>
          <p:spPr>
            <a:xfrm>
              <a:off x="381437" y="723682"/>
              <a:ext cx="681240" cy="68124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 dirty="0"/>
                <a:t>1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D7385558-152C-46EA-8C28-A839BFF8CB3F}"/>
                </a:ext>
              </a:extLst>
            </p:cNvPr>
            <p:cNvSpPr/>
            <p:nvPr/>
          </p:nvSpPr>
          <p:spPr>
            <a:xfrm>
              <a:off x="4890947" y="814375"/>
              <a:ext cx="681240" cy="68124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 dirty="0"/>
                <a:t>2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CBFE550B-97BD-4230-911A-569B6768BBF0}"/>
                </a:ext>
              </a:extLst>
            </p:cNvPr>
            <p:cNvSpPr/>
            <p:nvPr/>
          </p:nvSpPr>
          <p:spPr>
            <a:xfrm>
              <a:off x="348567" y="3673915"/>
              <a:ext cx="681240" cy="68124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 dirty="0"/>
                <a:t>3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971FDF3D-E541-4B39-B16A-D49D7400720E}"/>
                </a:ext>
              </a:extLst>
            </p:cNvPr>
            <p:cNvSpPr txBox="1"/>
            <p:nvPr/>
          </p:nvSpPr>
          <p:spPr>
            <a:xfrm>
              <a:off x="2395080" y="1714908"/>
              <a:ext cx="306494" cy="175432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70C0"/>
                  </a:solidFill>
                </a:rPr>
                <a:t>a</a:t>
              </a:r>
            </a:p>
            <a:p>
              <a:r>
                <a:rPr lang="en-US" dirty="0">
                  <a:solidFill>
                    <a:srgbClr val="0070C0"/>
                  </a:solidFill>
                </a:rPr>
                <a:t>b</a:t>
              </a:r>
            </a:p>
            <a:p>
              <a:r>
                <a:rPr lang="en-US" dirty="0">
                  <a:solidFill>
                    <a:srgbClr val="0070C0"/>
                  </a:solidFill>
                </a:rPr>
                <a:t>c</a:t>
              </a:r>
            </a:p>
            <a:p>
              <a:r>
                <a:rPr lang="en-US" dirty="0">
                  <a:solidFill>
                    <a:srgbClr val="0070C0"/>
                  </a:solidFill>
                </a:rPr>
                <a:t>d</a:t>
              </a:r>
            </a:p>
            <a:p>
              <a:r>
                <a:rPr lang="en-US" dirty="0">
                  <a:solidFill>
                    <a:srgbClr val="0070C0"/>
                  </a:solidFill>
                </a:rPr>
                <a:t>e</a:t>
              </a:r>
            </a:p>
            <a:p>
              <a:r>
                <a:rPr lang="en-US" dirty="0">
                  <a:solidFill>
                    <a:srgbClr val="0070C0"/>
                  </a:solidFill>
                </a:rPr>
                <a:t>f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F47C00CD-5BAD-4A39-98E1-BA77F22219DA}"/>
                </a:ext>
              </a:extLst>
            </p:cNvPr>
            <p:cNvSpPr txBox="1"/>
            <p:nvPr/>
          </p:nvSpPr>
          <p:spPr>
            <a:xfrm>
              <a:off x="6979577" y="1171944"/>
              <a:ext cx="475061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h                         </a:t>
              </a:r>
              <a:r>
                <a:rPr lang="en-US" dirty="0" err="1">
                  <a:solidFill>
                    <a:srgbClr val="FF0000"/>
                  </a:solidFill>
                </a:rPr>
                <a:t>i</a:t>
              </a:r>
              <a:r>
                <a:rPr lang="en-US" dirty="0">
                  <a:solidFill>
                    <a:srgbClr val="FF0000"/>
                  </a:solidFill>
                </a:rPr>
                <a:t> 		      j	               k	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A3E7E59C-EB13-4E89-8337-B3342650578D}"/>
                </a:ext>
              </a:extLst>
            </p:cNvPr>
            <p:cNvSpPr txBox="1"/>
            <p:nvPr/>
          </p:nvSpPr>
          <p:spPr>
            <a:xfrm>
              <a:off x="9972207" y="3059668"/>
              <a:ext cx="30649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>
                  <a:solidFill>
                    <a:srgbClr val="0070C0"/>
                  </a:solidFill>
                </a:rPr>
                <a:t>g</a:t>
              </a:r>
              <a:endParaRPr lang="en-US" dirty="0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76A03428-7435-4C02-9F9E-44047E6D2645}"/>
                </a:ext>
              </a:extLst>
            </p:cNvPr>
            <p:cNvSpPr txBox="1"/>
            <p:nvPr/>
          </p:nvSpPr>
          <p:spPr>
            <a:xfrm>
              <a:off x="2395080" y="3911025"/>
              <a:ext cx="933511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l         	              m	      n		      o   	          p			               q</a:t>
              </a:r>
            </a:p>
          </p:txBody>
        </p:sp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7DB007AF-FF86-4784-99D2-39F59646512F}"/>
                </a:ext>
              </a:extLst>
            </p:cNvPr>
            <p:cNvSpPr/>
            <p:nvPr/>
          </p:nvSpPr>
          <p:spPr>
            <a:xfrm>
              <a:off x="348567" y="5573968"/>
              <a:ext cx="11202650" cy="1050180"/>
            </a:xfrm>
            <a:prstGeom prst="roundRect">
              <a:avLst>
                <a:gd name="adj" fmla="val 7627"/>
              </a:avLst>
            </a:prstGeom>
            <a:noFill/>
            <a:ln w="3810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A99DE7B4-A294-4289-964E-E3C39C3EB412}"/>
                </a:ext>
              </a:extLst>
            </p:cNvPr>
            <p:cNvSpPr/>
            <p:nvPr/>
          </p:nvSpPr>
          <p:spPr>
            <a:xfrm>
              <a:off x="8835498" y="5758438"/>
              <a:ext cx="681240" cy="68124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 dirty="0"/>
                <a:t>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612601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40</Words>
  <Application>Microsoft Office PowerPoint</Application>
  <PresentationFormat>Widescreen</PresentationFormat>
  <Paragraphs>13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Myo Minn Oo</dc:creator>
  <cp:lastModifiedBy>Myo Minn Oo</cp:lastModifiedBy>
  <cp:revision>21</cp:revision>
  <dcterms:created xsi:type="dcterms:W3CDTF">2020-09-04T07:49:03Z</dcterms:created>
  <dcterms:modified xsi:type="dcterms:W3CDTF">2020-09-04T11:32:20Z</dcterms:modified>
</cp:coreProperties>
</file>